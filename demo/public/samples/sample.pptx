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1D4ED8"/>
                </a:solidFill>
              </a:rPr>
              <a:t>vue-onlyoffice-local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1D4ED8"/>
                </a:solidFill>
              </a:rPr>
              <a:t>Purely local OnlyOffice editing for Vue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runs 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OnlyOffice 9.x offline build is served from this origin and rendered in an iframe.</a:t>
            </a:r>
          </a:p>
          <a:p>
            <a:pPr/>
            <a:r>
              <a:t>Your document is opened as a Blob URL, so no upload request is ever made.</a:t>
            </a:r>
          </a:p>
          <a:p>
            <a:pPr/>
            <a:r>
              <a:t>Edited bytes come back to the host page as an ArrayBuffer.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Fully offline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DOCX, XLSX and PPTX are supported for editing.</a:t>
            </a:r>
          </a:p>
          <a:p>
            <a:pPr/>
            <a:r>
              <a:t>No converter service, no callback URL, no document server.</a:t>
            </a:r>
          </a:p>
          <a:p>
            <a:pPr/>
            <a:r>
              <a:t>Saving returns the file straight to the visitor.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